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CS305 P2P File Transfer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749039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DCDCDC"/>
                </a:solidFill>
              </a:defRPr>
            </a:pPr>
            <a:r>
              <a:t>UDP-based RDT with TCP Reno Congestion 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🎯 Goal: Reliable file transfer over unreliable UDP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✅ Key Features: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Reliable Data Transfer (RDT) - Sliding Window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TCP Reno Congestion Control - Slow Start, AIMD, Fast Recovery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Chunk-based Transfer with SHA1 verification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Multi-peer Download Support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Automatic Crash Recovery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📁 src/packet_utils.py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Protocol: WHOHAS, IHAVE, GET, DATA, ACK, DENIED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Header: Type(1B) + HLen(1B) + PLen(2B) + Seq(4B) + Ack(4B) + Flags(1B)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📁 src/peer_state.py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TransferSession: RDT + TCP congestion control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PeerState: Global peer state management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📁 src/peer.py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DownloadManager: Multi-chunk orchestration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Event loop with select()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Protocol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📡 Chunk Discovery: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1. Sender → Peers: WHOHAS(chunk_hashes)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2. Peers → Sender: IHAVE(available_chunks)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📦 Data Transfer: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3. Sender → Peer: GET(chunk_hash)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4. Peer → Sender: DATA(seq, data, is_last)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5. Sender → Peer: ACK(seq)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✅ Completion: Verify SHA1 hash → Save 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TCP Reno Congestion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🔄 Three States: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slow_start: cwnd doubles each RTT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congestion_avoidance: cwnd += 1/cwnd per ACK (AIMD)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fast_recovery: 3 duplicate ACKs trigger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⚙️ Parameters: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cwnd: Congestion Window (initial = 1)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ssthresh: Slow Start Threshold (initial = 64)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⏱️ Timeout = EstimatedRTT + 4 × DevRTT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Congestion Control - ACK Handling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43055" cy="548640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def on_ack_received(self, ack_seq):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ack_seq in self.acked_packets:  # Duplicate ACK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self.dup_ack_count += 1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if self.dup_ack_count == 3: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self._enter_fast_recovery()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else:  # New ACK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if self.state == 'slow_start':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self.cwnd += 1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if self.cwnd &gt;= self.ssthresh: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    self.state = 'congestion_avoidance'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elif self.state == 'congestion_avoidance':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self.cwnd += 1.0 / self.cwnd  # AIMD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elif self.state == 'fast_recovery':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self.cwnd = self.ssthresh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self.state = 'congestion_avoidance'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Fast Recovery &amp; Timeout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43055" cy="548640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def _enter_fast_recovery(self):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self.ssthresh = max(self.cwnd / 2, 2)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self.cwnd = self.ssthresh + 3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self.state = 'fast_recovery'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def _handle_timeout(self):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self.ssthresh = max(self.cwnd / 2, 2)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self.cwnd = 1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self.state = 'slow_start'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self.in_flight = 0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# TCP Reno: Fast Recovery avoids slow start on 3 dup ACKs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RTT Estimation (RFC 6298)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43055" cy="548640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def _update_rtt(self, sample_rtt):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alpha, beta = 0.125, 0.25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first_sample: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self.estimated_rtt = sample_rtt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self.dev_rtt = sample_rtt / 2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else: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self.estimated_rtt = (1-alpha)*estimated_rtt + alpha*sample_rtt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self.dev_rtt = (1-beta)*dev_rtt + beta*|sample_rtt - estimated_rtt|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self.timeout_interval = estimated_rtt + 4 * dev_rtt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# Only non-retransmitted packets used for RTT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Congestion Control Visualization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3657600"/>
          </a:xfrm>
          <a:prstGeom prst="rect">
            <a:avLst/>
          </a:prstGeom>
          <a:solidFill>
            <a:srgbClr val="FFFACD"/>
          </a:solidFill>
          <a:ln w="38100">
            <a:solidFill>
              <a:srgbClr val="FF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966400"/>
                </a:solidFill>
              </a:defRPr>
            </a:pPr>
            <a:r>
              <a:t>📊 INSERT CWND PLOT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46464"/>
                </a:solidFill>
              </a:defRPr>
            </a:pPr>
            <a:r>
              <a:t>💡 Record cwnd values during transfer and plot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💡 Show: Slow Start → Congestion Avoidance → Fast Recovery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💡 Label state transitions on the plot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Out-of-Order Handling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43055" cy="548640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def on_data_received(self, seq, data, is_last):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seq == self.next_seq:  # In-order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self.received_packets[seq] = data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self.next_seq += 1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while self.next_seq in self.out_of_order_buffer: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self.received_packets[self.next_seq] = \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    self.out_of_order_buffer.pop(self.next_seq)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self.next_seq += 1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else:  # Out-of-order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self.out_of_order_buffer[seq] = data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Crash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🔍 Detection: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Monitor last_activity time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8s warning → 12s crash detection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🔄 Recovery: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Mark peer as suspected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Find alternative peer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Restart download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⚙️ Parameters: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peer_retry_delay: 5s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max_attempts: 5 per chunk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Concurrency Visualization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3657600"/>
          </a:xfrm>
          <a:prstGeom prst="rect">
            <a:avLst/>
          </a:prstGeom>
          <a:solidFill>
            <a:srgbClr val="FFFACD"/>
          </a:solidFill>
          <a:ln w="38100">
            <a:solidFill>
              <a:srgbClr val="FF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966400"/>
                </a:solidFill>
              </a:defRPr>
            </a:pPr>
            <a:r>
              <a:t>📊 INSERT CONCURRENCY PLOT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46464"/>
                </a:solidFill>
              </a:defRPr>
            </a:pPr>
            <a:r>
              <a:t>💡 Run: python3 test/concurrency_visualizer.py logs/peer1.log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💡 Shows parallel downloads from multiple peers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Crash Recovery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3657600"/>
          </a:xfrm>
          <a:prstGeom prst="rect">
            <a:avLst/>
          </a:prstGeom>
          <a:solidFill>
            <a:srgbClr val="FFFACD"/>
          </a:solidFill>
          <a:ln w="38100">
            <a:solidFill>
              <a:srgbClr val="FF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966400"/>
                </a:solidFill>
              </a:defRPr>
            </a:pPr>
            <a:r>
              <a:t>📊 INSERT CRASH TEST PLOT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46464"/>
                </a:solidFill>
              </a:defRPr>
            </a:pPr>
            <a:r>
              <a:t>💡 Run: python3 test/concurrency_visualizer.py logs/peer1.log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💡 Run after crash test to show peer failover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🚀 TCP Reno (vs Tahoe):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Fast Recovery on 3 dup ACKs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📦 Selective Repeat: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Out-of-order packet buffering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💪 Crash Recovery: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Automatic peer failover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⏱️ Dynamic Timeout: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RFC 6298 RTT estimation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✅ Implemented: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Reliable Data Transfer over UDP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TCP Reno Congestion Control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Out-of-order Handling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Multi-peer Download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Crash Recovery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🏗️ Key Classes: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TransferSession, PeerState, DownloadManager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Contribution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3657600"/>
          </a:xfrm>
          <a:prstGeom prst="rect">
            <a:avLst/>
          </a:prstGeom>
          <a:solidFill>
            <a:srgbClr val="FFFACD"/>
          </a:solidFill>
          <a:ln w="38100">
            <a:solidFill>
              <a:srgbClr val="FF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966400"/>
                </a:solidFill>
              </a:defRPr>
            </a:pPr>
            <a:r>
              <a:t>📝 FILL IN TEAM 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46464"/>
                </a:solidFill>
              </a:defRPr>
            </a:pPr>
            <a:r>
              <a:t>💡 List each member and percentage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💡 Example: Member A: 50%, Member B: 50%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💡 Must sum to 100%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