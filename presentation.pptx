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CS305 P2P 文件传输系统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749039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DCDCDC"/>
                </a:solidFill>
              </a:defRPr>
            </a:pPr>
            <a:r>
              <a:t>基于UDP的可靠数据传输 + TCP Reno拥塞控制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项目概述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23232"/>
                </a:solidFill>
              </a:defRPr>
            </a:pPr>
            <a:r>
              <a:t>🎯 目标：在不可靠的UDP上实现可靠文件传输</a:t>
            </a:r>
          </a:p>
          <a:p>
            <a:pPr>
              <a:defRPr sz="1800">
                <a:solidFill>
                  <a:srgbClr val="323232"/>
                </a:solidFill>
              </a:defRPr>
            </a:pP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✅ 实现的核心功能：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可靠数据传输 (RDT) - 滑动窗口协议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TCP Reno 拥塞控制 - 慢启动、AIMD、快速恢复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基于 Chunk 的传输 - 文件分块 + SHA1 校验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多源并行下载 - 支持从多个 Peer 同时下载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自动崩溃恢复 - Peer 崩溃时自动切换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项目结构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23232"/>
                </a:solidFill>
              </a:defRPr>
            </a:pPr>
            <a:r>
              <a:t>📁 src/packet_utils.py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协议类型：WHOHAS, IHAVE, GET, DATA, ACK, DENIED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包头格式：Type(1B) + HLen(1B) + PLen(2B) + Seq(4B) + Ack(4B) + Flags(1B)</a:t>
            </a:r>
          </a:p>
          <a:p>
            <a:pPr>
              <a:defRPr sz="1800">
                <a:solidFill>
                  <a:srgbClr val="323232"/>
                </a:solidFill>
              </a:defRPr>
            </a:pP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📁 src/peer_state.py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TransferSession：单个chunk传输 + TCP拥塞控制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PeerState：Peer全局状态管理</a:t>
            </a:r>
          </a:p>
          <a:p>
            <a:pPr>
              <a:defRPr sz="1800">
                <a:solidFill>
                  <a:srgbClr val="323232"/>
                </a:solidFill>
              </a:defRPr>
            </a:pP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📁 src/peer.py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DownloadManager：多chunk下载调度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事件循环：select() 监听socket + stdin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协议流程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23232"/>
                </a:solidFill>
              </a:defRPr>
            </a:pPr>
            <a:r>
              <a:t>📡 Chunk 发现阶段：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1. 发送方 → 所有Peer：WHOHAS(chunk哈希列表)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2. Peer → 发送方：IHAVE(可用chunk列表)</a:t>
            </a:r>
          </a:p>
          <a:p>
            <a:pPr>
              <a:defRPr sz="1800">
                <a:solidFill>
                  <a:srgbClr val="323232"/>
                </a:solidFill>
              </a:defRPr>
            </a:pP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📦 数据传输阶段：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3. 发送方 → 目标Peer：GET(chunk哈希)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4. Peer → 发送方：DATA(序列号, 数据, 是否最后一个)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5. 发送方 → Peer：ACK(序列号)</a:t>
            </a:r>
          </a:p>
          <a:p>
            <a:pPr>
              <a:defRPr sz="1800">
                <a:solidFill>
                  <a:srgbClr val="323232"/>
                </a:solidFill>
              </a:defRPr>
            </a:pP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✅ 完成：验证 SHA1 哈希 → 保存文件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TCP Reno 拥塞控制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23232"/>
                </a:solidFill>
              </a:defRPr>
            </a:pPr>
            <a:r>
              <a:t>🔄 三个状态：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slow_start（慢启动）：cwnd 每个RTT翻倍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congestion_avoidance（拥塞避免）：cwnd += 1/cwnd（AIMD）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fast_recovery（快速恢复）：3个重复ACK触发</a:t>
            </a:r>
          </a:p>
          <a:p>
            <a:pPr>
              <a:defRPr sz="1800">
                <a:solidFill>
                  <a:srgbClr val="323232"/>
                </a:solidFill>
              </a:defRPr>
            </a:pP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⚙️ 关键参数：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cwnd（拥塞窗口）：初始值 = 1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ssthresh（慢启动阈值）：初始值 = 64</a:t>
            </a:r>
          </a:p>
          <a:p>
            <a:pPr>
              <a:defRPr sz="1800">
                <a:solidFill>
                  <a:srgbClr val="323232"/>
                </a:solidFill>
              </a:defRPr>
            </a:pP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⏱️ 超时时间 = EstimatedRTT + 4 × DevRTT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拥塞控制 - ACK处理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11643055" cy="548640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def on_ack_received(self, ack_seq):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if ack_seq in self.acked_packets:  # 重复ACK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self.dup_ack_count += 1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if self.dup_ack_count == 3: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    self._enter_fast_recovery()  # 快速重传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else:  # 新ACK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if self.state == 'slow_start':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    self.cwnd += 1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    if self.cwnd &gt;= self.ssthresh: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        self.state = 'congestion_avoidance'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elif self.state == 'congestion_avoidance':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    self.cwnd += 1.0 / self.cwnd  # AIMD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elif self.state == 'fast_recovery':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    self.cwnd = self.ssthresh  # 退出快速恢复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    self.state = 'congestion_avoidance'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快速恢复与超时处理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11643055" cy="548640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def _enter_fast_recovery(self):  # 进入快速恢复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self.ssthresh = max(self.cwnd / 2, 2)  # 阈值减半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self.cwnd = self.ssthresh + 3          # 窗口膨胀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self.state = 'fast_recovery'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def _handle_timeout(self):  # 超时处理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self.ssthresh = max(self.cwnd / 2, 2)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self.cwnd = 1                          # 重置为1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self.state = 'slow_start'              # 回到慢启动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self.in_flight = 0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# TCP Reno: 3个重复ACK触发快速恢复，避免回到慢启动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RTT估计 (RFC 6298)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11643055" cy="548640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def _update_rtt(self, sample_rtt):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alpha, beta = 0.125, 0.25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if first_sample:  # 首次测量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self.estimated_rtt = sample_rtt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self.dev_rtt = sample_rtt / 2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else:  # EWMA更新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self.estimated_rtt = (1-alpha)*estimated_rtt + alpha*sample_rtt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self.dev_rtt = (1-beta)*dev_rtt + beta*|sample_rtt - estimated_rtt|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self.timeout_interval = estimated_rtt + 4 * dev_rtt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# 注意：重传的包不用于RTT估计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拥塞控制可视化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3657600"/>
          </a:xfrm>
          <a:prstGeom prst="rect">
            <a:avLst/>
          </a:prstGeom>
          <a:solidFill>
            <a:srgbClr val="FFFACD"/>
          </a:solidFill>
          <a:ln w="38100">
            <a:solidFill>
              <a:srgbClr val="FFC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966400"/>
                </a:solidFill>
              </a:defRPr>
            </a:pPr>
            <a:r>
              <a:t>📊 在此处插入 CWND 变化曲线图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646464"/>
                </a:solidFill>
              </a:defRPr>
            </a:pPr>
            <a:r>
              <a:t>💡 记录传输过程中的cwnd值并绘图</a:t>
            </a:r>
          </a:p>
          <a:p>
            <a:pPr>
              <a:defRPr sz="1400" i="1">
                <a:solidFill>
                  <a:srgbClr val="646464"/>
                </a:solidFill>
              </a:defRPr>
            </a:pPr>
            <a:r>
              <a:t>💡 应展示：慢启动 → 拥塞避免 → 快速恢复 的状态转换</a:t>
            </a:r>
          </a:p>
          <a:p>
            <a:pPr>
              <a:defRPr sz="1400" i="1">
                <a:solidFill>
                  <a:srgbClr val="646464"/>
                </a:solidFill>
              </a:defRPr>
            </a:pPr>
            <a:r>
              <a:t>💡 在图中标注各状态转换点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乱序包处理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11643055" cy="548640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def on_data_received(self, seq, data, is_last):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if seq == self.next_seq:  # 按序到达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self.received_packets[seq] = data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self.next_seq += 1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# 从缓冲区取出连续的包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while self.next_seq in self.out_of_order_buffer: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    self.received_packets[self.next_seq] = \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        self.out_of_order_buffer.pop(self.next_seq)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    self.next_seq += 1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else:  # 乱序到达，缓存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self.out_of_order_buffer[seq] = data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崩溃恢复机制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23232"/>
                </a:solidFill>
              </a:defRPr>
            </a:pPr>
            <a:r>
              <a:t>🔍 检测机制：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监控 last_activity 时间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8秒警告 → 12秒判定崩溃</a:t>
            </a:r>
          </a:p>
          <a:p>
            <a:pPr>
              <a:defRPr sz="1800">
                <a:solidFill>
                  <a:srgbClr val="323232"/>
                </a:solidFill>
              </a:defRPr>
            </a:pP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🔄 恢复流程：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将Peer标记为可疑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从 chunk_sources 中查找备选Peer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从新Peer重新开始下载</a:t>
            </a:r>
          </a:p>
          <a:p>
            <a:pPr>
              <a:defRPr sz="1800">
                <a:solidFill>
                  <a:srgbClr val="323232"/>
                </a:solidFill>
              </a:defRPr>
            </a:pP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⚙️ 相关参数：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peer_retry_delay：5秒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max_attempts：每个chunk最多重试5次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并发测试可视化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3657600"/>
          </a:xfrm>
          <a:prstGeom prst="rect">
            <a:avLst/>
          </a:prstGeom>
          <a:solidFill>
            <a:srgbClr val="FFFACD"/>
          </a:solidFill>
          <a:ln w="38100">
            <a:solidFill>
              <a:srgbClr val="FFC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966400"/>
                </a:solidFill>
              </a:defRPr>
            </a:pPr>
            <a:r>
              <a:t>📊 在此处插入并发测试图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646464"/>
                </a:solidFill>
              </a:defRPr>
            </a:pPr>
            <a:r>
              <a:t>💡 运行命令：python3 test/concurrency_visualizer.py logs/peer1.log</a:t>
            </a:r>
          </a:p>
          <a:p>
            <a:pPr>
              <a:defRPr sz="1400" i="1">
                <a:solidFill>
                  <a:srgbClr val="646464"/>
                </a:solidFill>
              </a:defRPr>
            </a:pPr>
            <a:r>
              <a:t>💡 展示多个Peer并行下载的情况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崩溃恢复测试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3657600"/>
          </a:xfrm>
          <a:prstGeom prst="rect">
            <a:avLst/>
          </a:prstGeom>
          <a:solidFill>
            <a:srgbClr val="FFFACD"/>
          </a:solidFill>
          <a:ln w="38100">
            <a:solidFill>
              <a:srgbClr val="FFC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966400"/>
                </a:solidFill>
              </a:defRPr>
            </a:pPr>
            <a:r>
              <a:t>📊 在此处插入崩溃测试图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646464"/>
                </a:solidFill>
              </a:defRPr>
            </a:pPr>
            <a:r>
              <a:t>💡 运行崩溃测试后执行：python3 test/concurrency_visualizer.py logs/peer1.log</a:t>
            </a:r>
          </a:p>
          <a:p>
            <a:pPr>
              <a:defRPr sz="1400" i="1">
                <a:solidFill>
                  <a:srgbClr val="646464"/>
                </a:solidFill>
              </a:defRPr>
            </a:pPr>
            <a:r>
              <a:t>💡 展示Peer崩溃后自动切换到其他Peer的过程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实现的优化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23232"/>
                </a:solidFill>
              </a:defRPr>
            </a:pPr>
            <a:r>
              <a:t>🚀 TCP Reno（相比Tahoe）：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3个重复ACK触发快速恢复，避免回到慢启动</a:t>
            </a:r>
          </a:p>
          <a:p>
            <a:pPr>
              <a:defRPr sz="1800">
                <a:solidFill>
                  <a:srgbClr val="323232"/>
                </a:solidFill>
              </a:defRPr>
            </a:pP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📦 选择性重复元素：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乱序包缓存</a:t>
            </a:r>
          </a:p>
          <a:p>
            <a:pPr>
              <a:defRPr sz="1800">
                <a:solidFill>
                  <a:srgbClr val="323232"/>
                </a:solidFill>
              </a:defRPr>
            </a:pP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💪 崩溃恢复：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自动切换到其他Peer</a:t>
            </a:r>
          </a:p>
          <a:p>
            <a:pPr>
              <a:defRPr sz="1800">
                <a:solidFill>
                  <a:srgbClr val="323232"/>
                </a:solidFill>
              </a:defRPr>
            </a:pP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⏱️ 动态超时：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基于RFC 6298的RTT估计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23232"/>
                </a:solidFill>
              </a:defRPr>
            </a:pPr>
            <a:r>
              <a:t>✅ 已实现功能：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基于UDP的可靠数据传输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TCP Reno 拥塞控制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乱序包处理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多源并行下载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自动崩溃恢复</a:t>
            </a:r>
          </a:p>
          <a:p>
            <a:pPr>
              <a:defRPr sz="1800">
                <a:solidFill>
                  <a:srgbClr val="323232"/>
                </a:solidFill>
              </a:defRPr>
            </a:pP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🏗️ 核心类：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TransferSession：传输会话管理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PeerState：Peer状态管理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    • DownloadManager：下载调度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贡献比例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3657600"/>
          </a:xfrm>
          <a:prstGeom prst="rect">
            <a:avLst/>
          </a:prstGeom>
          <a:solidFill>
            <a:srgbClr val="FFFACD"/>
          </a:solidFill>
          <a:ln w="38100">
            <a:solidFill>
              <a:srgbClr val="FFC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966400"/>
                </a:solidFill>
              </a:defRPr>
            </a:pPr>
            <a:r>
              <a:t>📝 在此处填写团队成员贡献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646464"/>
                </a:solidFill>
              </a:defRPr>
            </a:pPr>
            <a:r>
              <a:t>💡 列出每位成员及其贡献百分比</a:t>
            </a:r>
          </a:p>
          <a:p>
            <a:pPr>
              <a:defRPr sz="1400" i="1">
                <a:solidFill>
                  <a:srgbClr val="646464"/>
                </a:solidFill>
              </a:defRPr>
            </a:pPr>
            <a:r>
              <a:t>💡 示例：成员A: 50%, 成员B: 50%</a:t>
            </a:r>
          </a:p>
          <a:p>
            <a:pPr>
              <a:defRPr sz="1400" i="1">
                <a:solidFill>
                  <a:srgbClr val="646464"/>
                </a:solidFill>
              </a:defRPr>
            </a:pPr>
            <a:r>
              <a:t>💡 所有成员贡献之和必须等于100%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