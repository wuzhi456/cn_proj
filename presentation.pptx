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CS305 P2P File Transfer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</a:p>
          <a:p>
            <a:pPr>
              <a:defRPr sz="2000"/>
            </a:pPr>
            <a:r>
              <a:t>UDP-based Reliable Data Transfer</a:t>
            </a:r>
          </a:p>
          <a:p>
            <a:pPr>
              <a:defRPr sz="2000"/>
            </a:pPr>
            <a:r>
              <a:t>with TCP Reno Congestion Control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Group XX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• Reliable Data Transfer (RDT) over unreliable UDP</a:t>
            </a:r>
          </a:p>
          <a:p>
            <a:pPr>
              <a:defRPr sz="2000"/>
            </a:pPr>
            <a:r>
              <a:t>• TCP Reno Congestion Control</a:t>
            </a:r>
          </a:p>
          <a:p>
            <a:pPr>
              <a:defRPr sz="2000"/>
            </a:pPr>
            <a:r>
              <a:t>  - Slow Start, Congestion Avoidance, Fast Recovery</a:t>
            </a:r>
          </a:p>
          <a:p>
            <a:pPr>
              <a:defRPr sz="2000"/>
            </a:pPr>
            <a:r>
              <a:t>• Chunk-based File Transfer with SHA1 verification</a:t>
            </a:r>
          </a:p>
          <a:p>
            <a:pPr>
              <a:defRPr sz="2000"/>
            </a:pPr>
            <a:r>
              <a:t>• Multi-peer Download Support</a:t>
            </a:r>
          </a:p>
          <a:p>
            <a:pPr>
              <a:defRPr sz="2000"/>
            </a:pPr>
            <a:r>
              <a:t>• Automatic Crash Recovery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Project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src/packet_utils.py</a:t>
            </a:r>
          </a:p>
          <a:p>
            <a:pPr>
              <a:defRPr sz="2000"/>
            </a:pPr>
            <a:r>
              <a:t>  • Protocol: WHOHAS, IHAVE, GET, DATA, ACK, DENIED</a:t>
            </a:r>
          </a:p>
          <a:p>
            <a:pPr>
              <a:defRPr sz="2000"/>
            </a:pPr>
            <a:r>
              <a:t>  • Header: Type(1B) + HLen(1B) + PLen(2B) + Seq(4B) + Ack(4B) + Flags(1B)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src/peer_state.py</a:t>
            </a:r>
          </a:p>
          <a:p>
            <a:pPr>
              <a:defRPr sz="2000"/>
            </a:pPr>
            <a:r>
              <a:t>  • TransferSession: RDT + TCP congestion control</a:t>
            </a:r>
          </a:p>
          <a:p>
            <a:pPr>
              <a:defRPr sz="2000"/>
            </a:pPr>
            <a:r>
              <a:t>  • PeerState: Peer state management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src/peer.py</a:t>
            </a:r>
          </a:p>
          <a:p>
            <a:pPr>
              <a:defRPr sz="2000"/>
            </a:pPr>
            <a:r>
              <a:t>  • DownloadManager: Multi-chunk orchestration</a:t>
            </a:r>
          </a:p>
          <a:p>
            <a:pPr>
              <a:defRPr sz="2000"/>
            </a:pPr>
            <a:r>
              <a:t>  • Event loop with select()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Protocol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1. WHOHAS → IHAVE  (Chunk Discovery)</a:t>
            </a:r>
          </a:p>
          <a:p>
            <a:pPr>
              <a:defRPr sz="2000"/>
            </a:pPr>
            <a:r>
              <a:t>2. GET → DATA/ACK  (Data Transfer)</a:t>
            </a:r>
          </a:p>
          <a:p>
            <a:pPr>
              <a:defRPr sz="2000"/>
            </a:pPr>
            <a:r>
              <a:t>3. Verify SHA1 hash</a:t>
            </a:r>
          </a:p>
          <a:p>
            <a:pPr>
              <a:defRPr sz="2000"/>
            </a:pPr>
            <a:r>
              <a:t>4. Save to file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Header Format: !BBHIIB (13 bytes)</a:t>
            </a:r>
          </a:p>
          <a:p>
            <a:pPr>
              <a:defRPr sz="2000"/>
            </a:pPr>
            <a:r>
              <a:t>FLAG_LAST_PACKET = 0x01 (marks last packet)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TCP Reno Congestion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States:</a:t>
            </a:r>
          </a:p>
          <a:p>
            <a:pPr>
              <a:defRPr sz="2000"/>
            </a:pPr>
            <a:r>
              <a:t>  • slow_start: cwnd *= 2 each RTT</a:t>
            </a:r>
          </a:p>
          <a:p>
            <a:pPr>
              <a:defRPr sz="2000"/>
            </a:pPr>
            <a:r>
              <a:t>  • congestion_avoidance: cwnd += 1/cwnd per ACK</a:t>
            </a:r>
          </a:p>
          <a:p>
            <a:pPr>
              <a:defRPr sz="2000"/>
            </a:pPr>
            <a:r>
              <a:t>  • fast_recovery: 3 dup ACKs trigger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Parameters:</a:t>
            </a:r>
          </a:p>
          <a:p>
            <a:pPr>
              <a:defRPr sz="2000"/>
            </a:pPr>
            <a:r>
              <a:t>  • cwnd: Congestion Window (initial = 1)</a:t>
            </a:r>
          </a:p>
          <a:p>
            <a:pPr>
              <a:defRPr sz="2000"/>
            </a:pPr>
            <a:r>
              <a:t>  • ssthresh: Slow Start Threshold (initial = 64)</a:t>
            </a:r>
          </a:p>
          <a:p>
            <a:pPr>
              <a:defRPr sz="2000"/>
            </a:pPr>
            <a:r>
              <a:t>  • Timeout = EstimatedRTT + 4 * DevRTT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Congestion Control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def on_ack_received(self, ack_seq):</a:t>
            </a:r>
          </a:p>
          <a:p>
            <a:pPr>
              <a:defRPr sz="2000"/>
            </a:pPr>
            <a:r>
              <a:t>    if self.state == 'slow_start':</a:t>
            </a:r>
          </a:p>
          <a:p>
            <a:pPr>
              <a:defRPr sz="2000"/>
            </a:pPr>
            <a:r>
              <a:t>        self.cwnd += 1</a:t>
            </a:r>
          </a:p>
          <a:p>
            <a:pPr>
              <a:defRPr sz="2000"/>
            </a:pPr>
            <a:r>
              <a:t>        if self.cwnd &gt;= self.ssthresh:</a:t>
            </a:r>
          </a:p>
          <a:p>
            <a:pPr>
              <a:defRPr sz="2000"/>
            </a:pPr>
            <a:r>
              <a:t>            self.state = 'congestion_avoidance'</a:t>
            </a:r>
          </a:p>
          <a:p>
            <a:pPr>
              <a:defRPr sz="2000"/>
            </a:pPr>
            <a:r>
              <a:t>    elif self.state == 'congestion_avoidance':</a:t>
            </a:r>
          </a:p>
          <a:p>
            <a:pPr>
              <a:defRPr sz="2000"/>
            </a:pPr>
            <a:r>
              <a:t>        self.cwnd += 1.0 / self.cwnd  # AIMD</a:t>
            </a:r>
          </a:p>
          <a:p>
            <a:pPr>
              <a:defRPr sz="2000"/>
            </a:pPr>
            <a:r>
              <a:t>    elif self.state == 'fast_recovery':</a:t>
            </a:r>
          </a:p>
          <a:p>
            <a:pPr>
              <a:defRPr sz="2000"/>
            </a:pPr>
            <a:r>
              <a:t>        self.cwnd = self.ssthresh  # Exit fast recovery</a:t>
            </a:r>
          </a:p>
          <a:p>
            <a:pPr>
              <a:defRPr sz="2000"/>
            </a:pPr>
            <a:r>
              <a:t>        self.state = 'congestion_avoidance'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Fast Recovery &amp; Timeout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def _enter_fast_recovery(self):</a:t>
            </a:r>
          </a:p>
          <a:p>
            <a:pPr>
              <a:defRPr sz="2000"/>
            </a:pPr>
            <a:r>
              <a:t>    self.ssthresh = max(cwnd/2, 2)</a:t>
            </a:r>
          </a:p>
          <a:p>
            <a:pPr>
              <a:defRPr sz="2000"/>
            </a:pPr>
            <a:r>
              <a:t>    self.cwnd = ssthresh + 3  # Inflate</a:t>
            </a:r>
          </a:p>
          <a:p>
            <a:pPr>
              <a:defRPr sz="2000"/>
            </a:pPr>
            <a:r>
              <a:t>    self.state = 'fast_recovery'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def _handle_timeout(self):</a:t>
            </a:r>
          </a:p>
          <a:p>
            <a:pPr>
              <a:defRPr sz="2000"/>
            </a:pPr>
            <a:r>
              <a:t>    self.ssthresh = max(cwnd/2, 2)</a:t>
            </a:r>
          </a:p>
          <a:p>
            <a:pPr>
              <a:defRPr sz="2000"/>
            </a:pPr>
            <a:r>
              <a:t>    self.cwnd = 1  # Reset</a:t>
            </a:r>
          </a:p>
          <a:p>
            <a:pPr>
              <a:defRPr sz="2000"/>
            </a:pPr>
            <a:r>
              <a:t>    self.state = 'slow_start'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RTT Estimation (RFC 6298)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α = 0.125, β = 0.25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EstimatedRTT = (1-α) * EstimatedRTT + α * SampleRTT</a:t>
            </a:r>
          </a:p>
          <a:p>
            <a:pPr>
              <a:defRPr sz="2000"/>
            </a:pPr>
            <a:r>
              <a:t>DevRTT = (1-β) * DevRTT + β * |SampleRTT - EstimatedRTT|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Timeout = EstimatedRTT + 4 * DevRTT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Note: Only non-retransmitted packets used for RTT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Cwnd Plot Description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Expected behavior: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• Slow Start: Exponential growth (1→2→4→8→...)</a:t>
            </a:r>
          </a:p>
          <a:p>
            <a:pPr>
              <a:defRPr sz="2000"/>
            </a:pPr>
            <a:r>
              <a:t>• cwnd &gt;= ssthresh: Enter congestion avoidance</a:t>
            </a:r>
          </a:p>
          <a:p>
            <a:pPr>
              <a:defRPr sz="2000"/>
            </a:pPr>
            <a:r>
              <a:t>• Congestion Avoidance: Linear growth</a:t>
            </a:r>
          </a:p>
          <a:p>
            <a:pPr>
              <a:defRPr sz="2000"/>
            </a:pPr>
            <a:r>
              <a:t>• 3 Dup ACKs: Fast Recovery (ssthresh=cwnd/2, cwnd=ssthresh+3)</a:t>
            </a:r>
          </a:p>
          <a:p>
            <a:pPr>
              <a:defRPr sz="2000"/>
            </a:pPr>
            <a:r>
              <a:t>• Timeout: Back to slow start (cwnd=1)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[Insert cwnd plot here]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Out-of-Order Handling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if seq == next_seq:  # In-order</a:t>
            </a:r>
          </a:p>
          <a:p>
            <a:pPr>
              <a:defRPr sz="2000"/>
            </a:pPr>
            <a:r>
              <a:t>    received_packets[seq] = data</a:t>
            </a:r>
          </a:p>
          <a:p>
            <a:pPr>
              <a:defRPr sz="2000"/>
            </a:pPr>
            <a:r>
              <a:t>    next_seq += 1</a:t>
            </a:r>
          </a:p>
          <a:p>
            <a:pPr>
              <a:defRPr sz="2000"/>
            </a:pPr>
            <a:r>
              <a:t>    # Flush buffered packets</a:t>
            </a:r>
          </a:p>
          <a:p>
            <a:pPr>
              <a:defRPr sz="2000"/>
            </a:pPr>
            <a:r>
              <a:t>    while next_seq in out_of_order_buffer:</a:t>
            </a:r>
          </a:p>
          <a:p>
            <a:pPr>
              <a:defRPr sz="2000"/>
            </a:pPr>
            <a:r>
              <a:t>        received_packets[next_seq] = buffer.pop(next_seq)</a:t>
            </a:r>
          </a:p>
          <a:p>
            <a:pPr>
              <a:defRPr sz="2000"/>
            </a:pPr>
            <a:r>
              <a:t>        next_seq += 1</a:t>
            </a:r>
          </a:p>
          <a:p>
            <a:pPr>
              <a:defRPr sz="2000"/>
            </a:pPr>
            <a:r>
              <a:t>else:  # Out-of-order</a:t>
            </a:r>
          </a:p>
          <a:p>
            <a:pPr>
              <a:defRPr sz="2000"/>
            </a:pPr>
            <a:r>
              <a:t>    out_of_order_buffer[seq] = data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Crash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Detection:</a:t>
            </a:r>
          </a:p>
          <a:p>
            <a:pPr>
              <a:defRPr sz="2000"/>
            </a:pPr>
            <a:r>
              <a:t>  • Monitor last_activity time</a:t>
            </a:r>
          </a:p>
          <a:p>
            <a:pPr>
              <a:defRPr sz="2000"/>
            </a:pPr>
            <a:r>
              <a:t>  • 8s warning, 12s crash detection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Recovery:</a:t>
            </a:r>
          </a:p>
          <a:p>
            <a:pPr>
              <a:defRPr sz="2000"/>
            </a:pPr>
            <a:r>
              <a:t>  • Mark peer as suspected</a:t>
            </a:r>
          </a:p>
          <a:p>
            <a:pPr>
              <a:defRPr sz="2000"/>
            </a:pPr>
            <a:r>
              <a:t>  • Find alternative peer from chunk_sources</a:t>
            </a:r>
          </a:p>
          <a:p>
            <a:pPr>
              <a:defRPr sz="2000"/>
            </a:pPr>
            <a:r>
              <a:t>  • Restart download from new peer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max_attempts = 5 per chunk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Concurrency Support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Multi-peer Downloads:</a:t>
            </a:r>
          </a:p>
          <a:p>
            <a:pPr>
              <a:defRPr sz="2000"/>
            </a:pPr>
            <a:r>
              <a:t>  • DownloadManager schedules chunks to peers</a:t>
            </a:r>
          </a:p>
          <a:p>
            <a:pPr>
              <a:defRPr sz="2000"/>
            </a:pPr>
            <a:r>
              <a:t>  • One active download per peer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Upload Limiting:</a:t>
            </a:r>
          </a:p>
          <a:p>
            <a:pPr>
              <a:defRPr sz="2000"/>
            </a:pPr>
            <a:r>
              <a:t>  • max_conn limits concurrent uploads</a:t>
            </a:r>
          </a:p>
          <a:p>
            <a:pPr>
              <a:defRPr sz="2000"/>
            </a:pPr>
            <a:r>
              <a:t>  • DENIED packet when limit reached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[Insert concurrency plot here]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Optimizations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TCP Reno (vs Tahoe):</a:t>
            </a:r>
          </a:p>
          <a:p>
            <a:pPr>
              <a:defRPr sz="2000"/>
            </a:pPr>
            <a:r>
              <a:t>  • Fast Recovery avoids slow start on 3 dup ACKs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Selective Repeat Elements:</a:t>
            </a:r>
          </a:p>
          <a:p>
            <a:pPr>
              <a:defRPr sz="2000"/>
            </a:pPr>
            <a:r>
              <a:t>  • Out-of-order packet buffering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Crash Recovery:</a:t>
            </a:r>
          </a:p>
          <a:p>
            <a:pPr>
              <a:defRPr sz="2000"/>
            </a:pPr>
            <a:r>
              <a:t>  • Automatic peer failover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Dynamic Timeout:</a:t>
            </a:r>
          </a:p>
          <a:p>
            <a:pPr>
              <a:defRPr sz="2000"/>
            </a:pPr>
            <a:r>
              <a:t>  • RTT-based timeout adjustment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Implemented P2P file transfer with: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• Reliable Data Transfer over UDP</a:t>
            </a:r>
          </a:p>
          <a:p>
            <a:pPr>
              <a:defRPr sz="2000"/>
            </a:pPr>
            <a:r>
              <a:t>• TCP Reno Congestion Control</a:t>
            </a:r>
          </a:p>
          <a:p>
            <a:pPr>
              <a:defRPr sz="2000"/>
            </a:pPr>
            <a:r>
              <a:t>• Out-of-order Packet Handling</a:t>
            </a:r>
          </a:p>
          <a:p>
            <a:pPr>
              <a:defRPr sz="2000"/>
            </a:pPr>
            <a:r>
              <a:t>• Multi-peer Download with Crash Recovery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Key Classes: TransferSession, PeerState, DownloadManager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Contribution Rate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</a:p>
          <a:p>
            <a:pPr>
              <a:defRPr sz="2000"/>
            </a:pPr>
            <a:r>
              <a:t>Member 1: XX%</a:t>
            </a:r>
          </a:p>
          <a:p>
            <a:pPr>
              <a:defRPr sz="2000"/>
            </a:pPr>
            <a:r>
              <a:t>Member 2: XX%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(Adjust based on actual contribution)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